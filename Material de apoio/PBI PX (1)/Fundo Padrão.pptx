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72744-912E-D11E-8B64-BB569DF47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0685C6-F415-6EDE-C8DF-B734E1930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9517D6-5B79-2D97-6586-134EC8AC5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3BC1-18F3-4E35-8FBE-8984BFF69B6B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4E74AA-A5DF-CB3B-F080-2F4DC86DA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6DE1B7-EBE5-4CA2-0336-45A52C5E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7C124-DEB8-40C0-A989-8AAA25BE8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289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1C340-6609-A83F-BB3B-7906F0A1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34D001-B0DB-C723-C009-2EA7FE1A5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EB25F6-8FBE-5654-CF13-0BE4684E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3BC1-18F3-4E35-8FBE-8984BFF69B6B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45F75C-D4CC-D6A9-654E-55A10872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6AE3B1-AABF-78C8-58B1-E6518780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7C124-DEB8-40C0-A989-8AAA25BE8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27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E3DDD-74BE-9148-EBFD-AA8AFDF3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ADFC30-2D08-395F-0D3C-93C5C48CC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192128-4A7C-DC2A-95CC-1257032B0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3BC1-18F3-4E35-8FBE-8984BFF69B6B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A19E27-6258-FC31-096F-3BC5C1E48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F5C4EF-AA5B-D8AE-5446-48753524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7C124-DEB8-40C0-A989-8AAA25BE8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913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7552D-4C8A-0782-C37C-00812928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5C1A4E-1743-04F8-515C-B3E28F2E7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C7259E-2C99-048B-0DEA-21EE47C3C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27FB79-167B-0CBB-2D47-076384E6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3BC1-18F3-4E35-8FBE-8984BFF69B6B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90ADEB-4B6E-6338-6A3D-3968C7A8B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445315-36FE-D86E-D948-A8450A632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7C124-DEB8-40C0-A989-8AAA25BE8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736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807C6-BDC8-C3FC-59EA-0A98BDC9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95673F-E40F-9827-FECA-E1E855297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F568CF-C6EB-3330-3483-86E6B7378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5BD3DF4-EAA9-F174-4835-0BBCE4A0A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146928-3C2C-A43B-D4CD-59A3619E3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8A3CC85-58BC-C391-3F52-C9015620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3BC1-18F3-4E35-8FBE-8984BFF69B6B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59FD34-EEA2-E6E5-2171-3732F6AE0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1A98193-ED98-815D-6203-F5D98354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7C124-DEB8-40C0-A989-8AAA25BE8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980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7A6D2-25E5-80E7-3ACD-FE371D93F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BD07CA1-0311-383B-46FA-95113C92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3BC1-18F3-4E35-8FBE-8984BFF69B6B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3E280E4-BE89-22CB-4304-10159D7E9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49A104B-DC7D-141C-076C-D7AC24DF2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7C124-DEB8-40C0-A989-8AAA25BE8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9919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F302BA6-DFEF-BFAC-A7A9-73DB83AC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3BC1-18F3-4E35-8FBE-8984BFF69B6B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846C2B-2099-FC1D-03DF-FFFD2146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8D92D2-5A93-9829-8B87-FAC2FFCC0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7C124-DEB8-40C0-A989-8AAA25BE8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65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6B3FA-0D74-F5CA-92F6-F9C1C0DE6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63094B-5B3C-FCA9-5FDF-FE123EE1E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57F3D5-9192-60EC-EC71-3CD18C147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4F39FA7-E157-70FE-2EB5-46F668496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3BC1-18F3-4E35-8FBE-8984BFF69B6B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81F52C-E415-E2D7-511C-9F6EC7AC8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C33051-2430-973A-E4E3-5309087C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7C124-DEB8-40C0-A989-8AAA25BE8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0466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FE1A3-C92E-29B0-2126-CC3994D51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FDE2AC-7B14-9C33-7AB7-EF4ED05A6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2FFA70-9DFD-09FD-464C-5195A69BB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B3A4FC-007E-7856-2F0D-9FCFF63B1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3BC1-18F3-4E35-8FBE-8984BFF69B6B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8246B3-3F96-2968-42B7-653B2D00F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E023E9-8988-5C1B-08CB-35D0E708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7C124-DEB8-40C0-A989-8AAA25BE8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B8BEB-E6AF-EC09-CABB-7DED3267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E919BA-5CB2-32BC-08B2-12EFA754F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AA6B98-32F9-264C-4193-3344C811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3BC1-18F3-4E35-8FBE-8984BFF69B6B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392084-0028-5149-AB0B-D1EDA438F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9A9EEF-15BE-A3A4-247C-CC3BA5EA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7C124-DEB8-40C0-A989-8AAA25BE8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55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D967A4-D758-94F0-ECC0-4D4CE4285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8C2058-FEB6-107A-780D-2AD3ED9A7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86ADFC-E02F-E894-DD08-2BDEB318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3BC1-18F3-4E35-8FBE-8984BFF69B6B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90255B-C2A2-381B-09BF-0131B8D35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50AABD-CBD1-01F1-08CF-97BB4375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7C124-DEB8-40C0-A989-8AAA25BE8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617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96AAE31-CD88-294F-5FDD-323D1BAE2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5D792F-8E85-A6DC-4051-37D05E968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AE7086-F4F8-B8ED-B1D9-2B13DF310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83BC1-18F3-4E35-8FBE-8984BFF69B6B}" type="datetimeFigureOut">
              <a:rPr lang="pt-BR" smtClean="0"/>
              <a:t>14/06/2022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888B47-9CD1-FE11-0673-CA955A9CC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AB6FB8-206F-A363-7F0B-1F60C02BB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7C124-DEB8-40C0-A989-8AAA25BE8B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040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10CA8-5E2F-0B1D-5908-4C4B5D7BFF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03579A-DF93-2046-69D7-E356F11D01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BB99B91C-D6FD-2DD4-131A-1562C91CF86C}"/>
              </a:ext>
            </a:extLst>
          </p:cNvPr>
          <p:cNvGrpSpPr/>
          <p:nvPr/>
        </p:nvGrpSpPr>
        <p:grpSpPr>
          <a:xfrm>
            <a:off x="-35510" y="-37144"/>
            <a:ext cx="12263020" cy="6895144"/>
            <a:chOff x="-35510" y="-37144"/>
            <a:chExt cx="12263020" cy="689514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2BFB2DA-F066-0175-961A-F1333D57A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37144"/>
              <a:ext cx="12192000" cy="6858000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B0B3898F-DAC0-D976-5A81-91E03A36E4FF}"/>
                </a:ext>
              </a:extLst>
            </p:cNvPr>
            <p:cNvSpPr txBox="1"/>
            <p:nvPr/>
          </p:nvSpPr>
          <p:spPr>
            <a:xfrm>
              <a:off x="0" y="541122"/>
              <a:ext cx="16601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50" b="1" dirty="0">
                  <a:solidFill>
                    <a:schemeClr val="bg1"/>
                  </a:solidFill>
                </a:rPr>
                <a:t>Em Andamento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0C88A3B-EE07-4A12-D409-AE9944FB42CE}"/>
                </a:ext>
              </a:extLst>
            </p:cNvPr>
            <p:cNvSpPr txBox="1"/>
            <p:nvPr/>
          </p:nvSpPr>
          <p:spPr>
            <a:xfrm>
              <a:off x="-17756" y="1276444"/>
              <a:ext cx="16601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50" b="1" dirty="0">
                  <a:solidFill>
                    <a:srgbClr val="FF0000"/>
                  </a:solidFill>
                </a:rPr>
                <a:t>Prioridade Alta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E485AD20-2335-8AA1-BFE1-F8E9D336BE24}"/>
                </a:ext>
              </a:extLst>
            </p:cNvPr>
            <p:cNvSpPr txBox="1"/>
            <p:nvPr/>
          </p:nvSpPr>
          <p:spPr>
            <a:xfrm>
              <a:off x="-35510" y="1959080"/>
              <a:ext cx="16601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50" b="1" dirty="0">
                  <a:solidFill>
                    <a:srgbClr val="FFFF00"/>
                  </a:solidFill>
                </a:rPr>
                <a:t>Prioridade Média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257BA6EF-8B12-5DE9-8D50-333A0D1D5376}"/>
                </a:ext>
              </a:extLst>
            </p:cNvPr>
            <p:cNvSpPr txBox="1"/>
            <p:nvPr/>
          </p:nvSpPr>
          <p:spPr>
            <a:xfrm>
              <a:off x="-26634" y="2731631"/>
              <a:ext cx="166012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050" b="1" dirty="0">
                  <a:solidFill>
                    <a:srgbClr val="00B050"/>
                  </a:solidFill>
                </a:rPr>
                <a:t>Prioridade Baixa</a:t>
              </a:r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84243234-2229-F9C6-AA77-089D8A209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10" y="0"/>
              <a:ext cx="121920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8954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Jose Henrique Gouveia de Oliveira</dc:creator>
  <cp:lastModifiedBy>Jose Henrique Gouveia de Oliveira</cp:lastModifiedBy>
  <cp:revision>6</cp:revision>
  <dcterms:created xsi:type="dcterms:W3CDTF">2022-06-10T13:58:43Z</dcterms:created>
  <dcterms:modified xsi:type="dcterms:W3CDTF">2022-06-14T19:28:09Z</dcterms:modified>
</cp:coreProperties>
</file>